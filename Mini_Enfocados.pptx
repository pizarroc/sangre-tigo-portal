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al módulo Somos Enfocados. Este valor nos invita a apuntar realmente alto, trabajar con granularidad — no con promedios — y cuidar cada recurso como si fuera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3 pilares del valor: Apuntar alto (ambición), Capturar valor en el detalle (granularidad y datos), Cuidar recursos (eficiencia responsable).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Fosbury Flop es la metáfora perfecta de Somos Enfocados. No era sobre esforzarse más — era sobre cuestionar el método. En Tigo, enfocarse no es hacer más cosas, es hacer las cosas correctas de la mejor manera posible.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3 comportamientos observables. En una evaluación de desempeño, puedes medir estos 3. No son abstractos.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comparación hace el valor concreto y observable. Pide a los participantes que identifiquen en cuál columna se ven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María no hizo más trabajo — hizo el trabajo correcto. La granularidad (revisar el historial, identificar el patrón) es lo que transforma una interacción de servicio en una solución duradera.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equipo de IT demostró los 3 pilares: identificaron el problema con granularidad, midieron el impacto en recursos (40 horas) y redirigieron esos recursos hacia impacto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de Oro son comportamientos, no teoría. Pide a los participantes que marquen la que les habla más en este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antivalores son igual de importantes que los valores. Reconocerlos es el primer paso para evitarlos.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video es opcional pero muy efectivo. Ver a Fosbury en acción hace que la metáfora sea inmediatamente comprensible y memorable. Preparar el link antes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Dinámica de 10 minutos: 3 min individual, 5 min en parejas, 2 min de cierre en plenaria. El objetivo es hacer visible el gap entre la meta actual y el potencial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2 minutos de silencio y reflexión individual. Esta pregunta está diseñada para que sea incómoda — esa incomodidad es donde nace el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lo escriban en papel o en el celular. El facilitador puede pedir que compartan su compromiso con un compañero para crear accountability.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solo para el facilitador. No mostrar en sesión a menos que sea una sesión de train-the-trainer.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Enfocados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743200" y="2331720"/>
            <a:ext cx="365760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Apuntamos alto, capturamos valor en el detalle, cuidamos recursos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Somos Enfocados?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Enfocados significa que: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Apuntamos alto — las metas retadoras transforman organizaciones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Capturamos valor en el detalle — los promedios ocultan la verdad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Cuidamos los recursos con eficiencia — cada peso, cada hora, cada esfuerzo importa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trabajar más. Es trabajar con más intención.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Fosbury Flop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Dick Fosbury, Juegos Olímpicos 1968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02855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1968, todos los saltadores de altura usaban la misma técnica. Dick Fosbury se preguntó: ¿y si lo hago al revés?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C72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Ganó el oro. Cambió el deporte para siempre.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intentó más fuerte. Cambió el método.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comportamientos clave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metas claras y medibles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788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'mejorar el servicio' sino 'reducir el tiempo de resolución de 48h a 24h en Q2'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con granularidad, no promedios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788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promedio dice que todo está bien. El detalle muestra dónde está el problema real.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21792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cada recurso como propio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788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Tiempo, presupuesto, equipo — tratarlos como si fueran tuyos.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vs. así NO se 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E8F8F0"/>
          </a:solidFill>
          <a:ln w="1905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ASÍ SE 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propuesta con meta específica y KPI de seguimiento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datos desagregados antes de decidir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el proceso más costoso y propone rediseñarlo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'no podemos hacer eso sin impactar X recurso'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ASÍ NO SE 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metas vagas: 'mejorar la atención al cliente'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con el reporte consolidado sin ir al detalle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el presupuesto sin cuestionar la eficiencia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'siempre lo hemos hecho así'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práctico: Call Center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María recibe llamadas de clientes con problemas de señal recurrentes en su zona.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9456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ENFOCADO: En vez de dar la solución genérica, María revisa el historial del cliente, identifica el patrón y escala al área técnica con datos concretos.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38328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cliente no vuelve a llamar. El problema de raíz fue resuelto. NPS del área sube.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0285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Enfocarse no es hacer más. Es ir al fondo del problema real.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práctico: Tecnología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El equipo de plataformas nota que varios procesos internos consumen mucho tiempo sin agregar valor.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9456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ENFOCADO: Mapean los procesos, identifican 3 redundancias que consumen 40 horas/semana y proponen eliminarlas con un plan concreto.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38328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Se liberan 40 horas semanales que se invierten en mejoras que impactan directamente al cliente.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0285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los recursos no es ahorrar — es invertir mejor.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Oro relacionadas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"Apunta siempre un nivel más arriba de donde crees que puedes llegar. La comodidad no construye excelencia."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94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"Toma decisiones con datos reales. Un promedio puede esconder el peor problema y el mejor talento."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"Cada recurso que usas — tiempo, dinero, equipo — es una inversión de Tigo en el resultado. Úsalo con responsabilidad."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reglas son aplicables hoy, en tu próxima reunión.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debemos evitar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Antivalores de Somos Enfocados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Conformarse con el promedio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el 'más o menos bien' cuando los datos dicen otra cosa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decisiones sin datos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 por intuición cuando tenemos la información disponible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bajo para asegurar el éxito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metas cómodas para poder cumplirlas siempre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Desperdiciar recursos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cuestionar si hay una forma más eficiente de hacer las cosas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sugerido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2286000"/>
          </a:xfrm>
          <a:prstGeom prst="roundRect">
            <a:avLst>
              <a:gd name="adj" fmla="val 4000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645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Dick Fosbury — Juegos Olímpicos 1968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21945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YouTube: 'Dick Fosbury 1968 Olympics high jump'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2651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~3 minutos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antes de la sesión o al inicio para anclar la metáfora del módulo.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A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Dinámica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qué estamos apuntando realmente? | 10 minutos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META ACTUAL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meta o KPI principal de tu área/rol hoy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828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APUNTARA MÁS ALTO...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377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sería esa misma meta si realmente apuntaras al máximo posible?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251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con la persona a tu lado. ¿Qué cambiaría si adoptaras la meta más ambiciosa?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188720"/>
            <a:ext cx="457200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un proceso en tu trabajo que podría tener su propio Fosbury Flop?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trata de trabajar más. Se trata de cuestionar el método.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compromiso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voy a...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[verbo de acción]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para...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[impacto concreto en el cliente, el equipo o los resultados]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Escríbelo. Los compromisos escritos tienen más probabilidad de cumplirse.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para el facilitador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SUGERIDA: 45-60 minutos incluyendo dinámica y reflexión.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47088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MATERIALES: Post-its, marcadores, hoja de compromiso individual.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88336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88336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ENERGÍA: Iniciar con el video de Fosbury para anclar la metáfora. Mantener el ritmo dinámico.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29584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529584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Terminar con los compromisos individuales compartidos en parejas. No en plenaria para todos — seleccionar 2-3 voluntarios.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Enfocados - Somos Enfocados</dc:title>
  <dc:subject>PptxGenJS Presentation</dc:subject>
  <dc:creator>PptxGenJS</dc:creator>
  <cp:lastModifiedBy>PptxGenJS</cp:lastModifiedBy>
  <cp:revision>1</cp:revision>
  <dcterms:created xsi:type="dcterms:W3CDTF">2026-06-22T14:16:29Z</dcterms:created>
  <dcterms:modified xsi:type="dcterms:W3CDTF">2026-06-22T14:16:29Z</dcterms:modified>
</cp:coreProperties>
</file>