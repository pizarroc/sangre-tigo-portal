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Bienvenida al grupo. Tiempo: 2 min.
Tip: Arranca con musica de fondo si es posible. Deja que la imagen hable antes de abrir la boca.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la agenda del dia. Tiempo: 2 min.
Tip: Senala brevemente cada bloque. Di cuanto tiempo aproximado durara la sesion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reglas en voz alta con el grupo. Tiempo: 1-2 min.
Tip: Pregunta si alguien quiere agregar alguna regla. Eso ya activa participacion.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apertura emocional. Tiempo: 5-7 min.
Deja la pregunta en pantalla 30 segundos en silencio. Luego pide 3-4 voluntarios que compartan. Escucha sin juzgar.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rol de la cultura en la ejecucion estrategica. Tiempo: 4 min.
Tip: El punto sobre 'puede cambiar rapido' conecta con el siguiente slide. Usalo como puente.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la historia del latinoamericano en el extranjero.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los 5 valores como sistema integrado. Tiempo: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 Somos Enfocados. Tiempo total del bloque: ~20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del Fosbury Flop. Tiempo: 5 min.
Tip: Pregunta al grupo en que area el metodo actual ya no es suficiente para dar el salto. Video sugerido: Dick Fosbury - 1968 Olympics (YouTube, 3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de Homer y Bill Gates.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Profundiza en el concepto de granularidad. Tiempo: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de orgullo: EBITDA #1 en Latinoamerica. Tiempo: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Sintesis de mensajes clave. Tiempo: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comportamientos.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Dinamica de cierre del bloque Enfocados. Tiempo: 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 Somos Agiles. Tiempo total: ~20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que es agilidad real.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trampa de la paralisis por analisis.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Trivium Mindset.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agil.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lider agil.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Comportamientos agiles.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Dinamica de cierre del bloque Agiles. Tiempo: 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 Somos Colaborativos. Tiempo total: ~18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frase clave de colaboracion. Tiempo: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de 'un solo Tigo'.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Responsabilidad compartida.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silos organizacionales.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Sintesis de mensajes colaborativos. Tiempo: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Comportamientos colaborativos.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Dinamica de cierre del bloque Colaborativos. Tiempo: 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 Somos Integros. Tiempo total: ~20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 de la pata de jamon. Tiempo: 6 min.
Cuenta con detalles - la emocion del regalo, los anos lejos de Espana. Cuanto mas real se sienta la tentacion, mas poderosa es la decision de rechazarlo.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concepto del espejo. Tiempo: 4 min.
Deja 20 segundos de silencio real tras la pregunta reflectiva.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marco de valores-principios-integridad.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 etica firme. Tiempo: 3 min. Habla desde la conviccion, no desde el juicio.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los 4 ojos.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Comportamientos de integridad.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Dinamica de cierre del bloque Integros. Tiempo: 10 min. Esta dinamica requiere seguridad psicologica - no fuerces el compartir.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Seccion Somos Talento Tigo. Tiempo total: ~20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metafora de los cimientos.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metafora de la cantera.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analogia con los hijos.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claves del desarrollo.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metrica de talento interno. Tiempo: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Comportamientos de Talento Tigo.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Dinamica de cierre del bloque Talento Tigo. Tiempo: 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Sintesis final de los 5 valores. Tiempo: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de compromiso individual. Tiempo: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rol del embajador.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Llamado a la accion en 3 horizontes. Tiempo: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Tiempo: 2 min. Termina con energia. El grupo puede decir en voz alta: Somos Sangre Tigo!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206240"/>
            <a:ext cx="27432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LATIMOS COMO UNO SOLO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Sangre Tigo  |  Embajadores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vamos a vivir hoy?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509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Apertura emocional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9509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la cultura importa?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2646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Somos Enfocados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alto, capturar el detalle, cuidar recursos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751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Somos Agiles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751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mas rapido que el cambio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871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Somos Colaborativos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barco, un solo Tigo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9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Somos Integros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999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suceda de la forma correcta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Somos Talento Tigo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5112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por el talento interno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8678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23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Cierre y compromisos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 Sangre Tigo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nuestra sesion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9FD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TELEFONO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avion o silencio total. Estamos aqui y ahora.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9FD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852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VOCES IMPORTAN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respuestas incorrectas. Tu perspectiva es valiosa.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9FD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115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PARTICIPATIVA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una conferencia - es una conversacion.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5F9FD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852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AQUI, QUEDA AQUI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291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 para ser autenticos.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¿Cuando fue la ultima vez que sentiste orgullo de trabajar en Tigo?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un momento. Piensalo de verdad.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la cultura importa?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 identidad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0241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reconocibles. Sabemos quienes somos y de donde venimos.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 nuestros esfuerzos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737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valores son claros, las decisiones son mas faciles.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0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diferencia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4505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se copia. La cultura 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638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disenada sobre la estrategia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1638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decorativa - es el motor que ejecuta el plan.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130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770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cambiar rapido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877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reglas son claras y los lideres las modelan.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puede cambiar rapido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latinoamericano, dos contextos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casa: ignora semaforos, estaciona en doble fila, incumple reglas. En Europa o USA: respeta todo perfectamente.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502920" cy="5029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cambio?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679192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persona. Las reglas son claras, se aplican consistentemente, y los lideres las modelan con el ejemplo.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502920" cy="5029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5295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941064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no depende del tiempo - depende de la claridad de las reglas y de quienes las lideran. Nosotros somos esos lideres.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valores de Sangre Tigo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0120"/>
            <a:ext cx="1463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ENFOCADOS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metas en logros y superamos expectativas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93392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66544" y="960120"/>
            <a:ext cx="1463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AGILES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adaptamos ejecutando a tiempo y con excelencia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12464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85616" y="960120"/>
            <a:ext cx="1463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COLABORATIVOS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Avanzamos y construimos juntos nuestro futuro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31536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04688" y="960120"/>
            <a:ext cx="1463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INTEGROS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 que suceda de la forma correcta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0608" y="960120"/>
            <a:ext cx="1600200" cy="3383280"/>
          </a:xfrm>
          <a:prstGeom prst="roundRect">
            <a:avLst>
              <a:gd name="adj" fmla="val 6857"/>
            </a:avLst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960120"/>
            <a:ext cx="1463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 TIGO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por el talento interno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200400"/>
            <a:ext cx="1828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ENFOCADOS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nuestras metas en logros y superamos expectativas.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alto · Capturar valor en el detalle · Cuidar recursos con eficiencia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alto: el Fosbury Flop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51960" cy="3520440"/>
          </a:xfrm>
          <a:prstGeom prst="roundRect">
            <a:avLst>
              <a:gd name="adj" fmla="val 3117"/>
            </a:avLst>
          </a:prstGeom>
          <a:solidFill>
            <a:srgbClr val="F0F7FC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1968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saltaban hacia adelante.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record mundial mejoraba centimetro a centimetro.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entrenamiento = algo mas de altura.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69080" cy="3520440"/>
          </a:xfrm>
          <a:prstGeom prst="roundRect">
            <a:avLst>
              <a:gd name="adj" fmla="val 3117"/>
            </a:avLst>
          </a:prstGeom>
          <a:solidFill>
            <a:srgbClr val="F0FFF4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515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 Fosbury, 1968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al reves - de espaldas.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se rieron al principio.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Gano el oro olimpico y rompio el record mundial.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de altura nunca volvio a ser igual.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4572000"/>
            <a:ext cx="6400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leccion: Para resultados extraordinarios, cambia el METODO - no solo trabaja mas duro.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es una mentira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EF9EC"/>
          </a:solidFill>
          <a:ln w="19050">
            <a:solidFill>
              <a:srgbClr val="FFC72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Homer Simpson y Bill Gates entran al bar de Moe.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ese momento, el ingreso promedio del bar se dispara - nadie se volvio mas rico.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promedio es una mentira."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24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significa esto?: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262432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miramos promedios, perdemos la senal real que hay en el detalle.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ventas: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1912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promedio regional puede ocultar que 3 puntos explotan y 7 estan en caida libre.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94176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58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equipo: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375818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'promedio de desempeno' puede enmascarar que 2 personas cargan a todo el equipo.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61104"/>
            <a:ext cx="841248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25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solucion: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43251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Granularidad. Desagrega. Baja al dato. Solo asi puedes decidir bien.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valor en el detalle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"Cuidar cada quetzal, lempira, boliviano"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quedes en el agregado. Baja al canal, al cliente, al producto, al equipo.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las bolsas de valor ocultas - y los hoyos que drenan recursos.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 granularidad puedes hacer las preguntas correctas y tomar mejores decisiones.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en Latinoamerica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228600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mejor margen EBITDA de toda Latinoamerica.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pasa por accidente - pasa por enfoque, eficiencia y cuidado del detalle.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clave: Somos Enfocados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alto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789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metas deben ser ambiciosas. El status quo no nos lleva al siguiente nivel.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el detalle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9933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miente. La granularidad revela donde esta el valor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07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los recursos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907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boliviano, quetzal o lempira bien invertido es un paso mas hacia el #1.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22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metodo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8221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trabajar mas - es trabajar diferente. El Fosbury Flop de tu area.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Enfocados: asi se ve / asi NO se 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metas ambiciosas y las comparte con su equipo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resultados en detalle, no solo por promedio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gasto con ojo critico antes de aprobar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cambios al metodo cuando los resultados se estancan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 los logros pero pregunta como hacerlo mejor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conforma con cumplir el presupuesto minimo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promedios sin bajar a la causa raiz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gastos sin cuestionar si hay mejor alternativa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mas horas esperando mejores resultados con el mismo metodo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claridad sobre las 3 prioridades de su area esta semana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Dinamica: Somos Enfocados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"¿A que estamos apuntando realmente?"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 (5 min): cada persona describe la meta mas ambiciosa de su equipo este anio.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Reflexion: ¿Es verdaderamente ambiciosa? ¿O es lo que creemos que es posible?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individual: escribe UNA cosa que cambiarias del metodo actual para llegar mas alto.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con el grupo: 3-4 voluntarios presentan su compromiso.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200400"/>
            <a:ext cx="1828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AGILES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adaptamos ejecutando a tiempo y con excelencia.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el 1000% para ser los #1.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es la agilidad real?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agilidad no es hacerlo todo mas rapido,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aprender mas rapido que el cambio."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60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 mal entendida:  Hacer todo a las carreras. Saltarse procesos. Improvisar sin rumbo.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28269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558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 real:  Ciclos cortos de aprendizaje. Probar, medir, ajustar. Corregir rapido.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07822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5137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 Mas valor entregado en menos tiempo, con menor riesgo.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 de la paralisis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EF9EC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"Cuando tengamos todos los datos, decidimos"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lleguen todos los datos, el mercado ya decidio por ti.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EF9EC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"Esto no esta listo para lanzar"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perfecto que nunca llega supera al producto bueno que llego tarde.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EF9EC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44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"Esperemos la reunion del proximo mes"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decision tardia tiene el costo del tiempo perdido.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005072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EF9EC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50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 si nos equivocamos?"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si nos equivocamos - es que tan rapido lo detectamos y corregimos.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Trivium Mindset del lider agil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GRAMATICA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actuar, entiende el contexto. Cual es el problema verdadero?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097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decidir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informacion disponible (70-80%), estructura las opciones y elige.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1097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RETORICA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para ejecutar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27889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decision que no se comunica bien no existe. Convierte la decision en accion.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cortos: de No esta listo a Probemos esto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417320" cy="141732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 prueba piloto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984248"/>
            <a:ext cx="274320" cy="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280160"/>
            <a:ext cx="1417320" cy="1417320"/>
          </a:xfrm>
          <a:prstGeom prst="ellipse">
            <a:avLst/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2801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788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 / al equipo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984248"/>
            <a:ext cx="274320" cy="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280160"/>
            <a:ext cx="1417320" cy="1417320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2801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788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984248"/>
            <a:ext cx="274320" cy="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280160"/>
            <a:ext cx="1417320" cy="141732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2801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Equivocarse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788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rapido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984248"/>
            <a:ext cx="274320" cy="0"/>
          </a:xfrm>
          <a:prstGeom prst="line">
            <a:avLst/>
          </a:prstGeom>
          <a:noFill/>
          <a:ln w="25400">
            <a:solidFill>
              <a:srgbClr val="AABB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280160"/>
            <a:ext cx="1417320" cy="141732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28016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27889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con aprendizaje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F7FC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044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decision tomada a tiempo y corregida rapido genera mas valor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una decision perfecta que nunca llego."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 agil decide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informacion disponible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suficiente para decidir.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el 100% tiene un costo: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tiempo que perdiste.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con la info disponible y documenta los supuestos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puntos de revision: si en X semanas el resultado no es Y, corregimos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pide mas analisis para retrasar una decision incomoda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 la decision con contexto: que decidimos, por que, que sigue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en publico - modela que equivocarse rapido esta bien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Agiles: asi se ve / asi NO se 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una prueba piloto antes del plan maestro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con 70-80% de la informacion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ciclos de revision semanales o quincenales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'probemos esto' en vez de 'todavia no esta listo'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aprendizajes del error sin drama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Paraliza proyectos esperando el plan perfecto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mas analisis para postergar decisiones dificiles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revisa resultados en la reunion mensual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solo cuando esta 100% seguro - que nunca llega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los errores o busca culpables en vez de soluciones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Dinamica: Somos Agiles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"¿Que podemos probar esta semana?"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(3 min): identifica UNA iniciativa o decision que llevas mas de 2 semanas posponiendo.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cual seria el 'piloto minimo' que podrias lanzar esta semana con lo que ya tienes?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trios (5 min): comparte y recibe feedback. Es viable? Que necesitas para ejecutarlo?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Compromiso: una persona del grupo comparte en voz alta su 'piloto minimo'.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200400"/>
            <a:ext cx="1828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Avanzamos y construimos juntos nuestro futuro.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Latiendo como un solo Tigo.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quieres llegar rapido,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solo."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quieres llegar lejos,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acompaniado."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Proverbio africano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un solo barco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"Somos un solo barco, somos un solo Tigo."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243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barco: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6243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barco se hunde, todos se mojan - aunque tu departamento este impecable.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649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Compartimos victorias: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4290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va bien, celebramos juntos. No hay victorias de una sola area.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16966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336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Compartimos fracasos: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423367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sale mal, cada miembro asume su parte. No buscamos culpables.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en las buenas y en las malas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3474720"/>
          </a:xfrm>
          <a:prstGeom prst="roundRect">
            <a:avLst>
              <a:gd name="adj" fmla="val 3158"/>
            </a:avLst>
          </a:prstGeom>
          <a:solidFill>
            <a:srgbClr val="F0FFF4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buenas...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Celebramos juntos, sin importar que area lidero el exito.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reconocimiento es del equipo completo.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Compartimos los aprendizajes para que todo Tigo crezca.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474720"/>
          </a:xfrm>
          <a:prstGeom prst="roundRect">
            <a:avLst>
              <a:gd name="adj" fmla="val 3158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097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malas...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asume la responsabilidad de su parte.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buscamos culpables - buscamos que podemos mejorar.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buscamos culpables, buscamos soluciones."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los silos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9EC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silo no es un edificio - es una mentalidad. Es cuando 'mi area' importa mas que Tigo.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2606040"/>
          </a:xfrm>
          <a:prstGeom prst="roundRect">
            <a:avLst>
              <a:gd name="adj" fmla="val 350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se ve un silo?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Informacion que no se comparte.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 considerar el impacto en otras areas.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'Eso es problema de ellos, no mio.'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114800" cy="2606040"/>
          </a:xfrm>
          <a:prstGeom prst="roundRect">
            <a:avLst>
              <a:gd name="adj" fmla="val 350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lo rompemos?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78892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 en proyectos clave.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informacion proactivamente.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Preguntar: a quien mas afecta o ayuda esto?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clave: Somos Colaborativos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barco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0789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barco se hunde, todos nos mojamos. No hay victorias individuales en Tigo.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 y asumir juntos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9933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Exitos: de todos. Fracasos: cada uno asume su parte. Sin culpables.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07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los silos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9077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informacion compartida es poder multiplicado. Retenerla es poder perdido.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7FAF9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22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multidisciplinarios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38221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mejores soluciones nacen de perspectivas diversas.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Colaborativos: asi se ve / asi NO se 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informacion relevante sin que se la pidan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sale bien, reconoce a todos los involucrados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 quien mas afecta esto antes de decidir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proyectos de otras areas con apertura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su parte cuando algo sale mal, sin senalar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informacion para tener ventaja en la reunion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atribuye logros del equipo cuando habla hacia arriba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sin consultar a los impactados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los proyectos de otras areas como 'problema de ellos'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un error, busca al culpable antes que la solucion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Dinamica: Somos Colaborativos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"¿Que silo voy a romper esta semana?"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individual (3 min): con que area trabajas menos de lo que deberias? Por que?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UNA colaboracion concreta que podrias iniciar o mejorar esta semana.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 de 3 (5 min): comparte tu silo y recibe ideas de como romperlo.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Compromiso: escribe el nombre del colega de otra area al que le escribiras esta semana.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200400"/>
            <a:ext cx="1828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INTEGROS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Hacemos que suceda de la forma correcta.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- Principios - Integridad en accion.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pata de jamon: una historia real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594360" cy="59436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CEO de Honduras - nacido en Espana - lleva anos sin volver. Un proveedor lo invita a cenar y le trae un regalo especial: una pata de jamon iberico de primera calidad.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594360" cy="59436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tentacion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queria. Era su debilidad. Anos sin comer jamon de verdad. El proveedor lo sabia - fue un regalo calculado.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594360" cy="59436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67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584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95020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rechazo. 'Todos tenemos un salario que nos permite comprarlo con la conciencia tranquila.' Un proveedor que da regalos no da nada gratis.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"Actua como si te estuvieran mirando."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hijos actuan por imitacion.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ven en ti es lo que aprenden a hacer.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mismo pasa con tu equipo.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Ellos observan todo - y replican lo que ven en su lider.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de la integridad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078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creemos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nuestra brujula interna. Definen quienes somos cuando nadie nos obliga a serlo.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decidimos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8072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juego que emergen de los valores. Son los criterios que aplicamos cuando hay que elegir.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7588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actuamos cuando toca demostrarlo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10565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distancia entre lo que decimos que somos y lo que hacemos cuando nadie mira.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fin nunca justifica los medios."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474720" y="2651760"/>
            <a:ext cx="219456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Tigo, el resultado importa. Pero nunca tanto como la forma de conseguirlo.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Alcanzar una meta de ventas enganando a un cliente - no es exito.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un ahorro presupuestario evitando controles - no es eficiencia.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una licitacion con informacion privilegiada - no es competitividad.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los 4 ojos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0F7FC"/>
          </a:solidFill>
          <a:ln w="12700">
            <a:solidFill>
              <a:srgbClr val="C8DDE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decision importante debe tomarse con un solo par de ojos.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hay que involucrar a otra persona - no para desconfiar, sino para proteger a todos.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0F7FC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5059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¿Cuando aplica?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45059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Aprobaciones de gasto sobre cierto umbral. Contratos con proveedores. Decisiones que afectan personal. Cualquier situacion donde solo una persona conoce toda la informacion.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0FFF4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764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funciona?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77647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burocracia - es proteccion. Protege a la organizacion de errores. Protege al decisor de presiones indebidas. Protege la reputacion de todos.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Integros: asi se ve / asi NO se 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regalos o beneficios de proveedores sin dudar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importantes con un segundo par de ojos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la verdad aunque sea incomoda para quien la escucha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informacion privilegiada para beneficio personal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 igual cuando lo observan que cuando esta solo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'detalles' de proveedores pensando que es inofensivo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gastos o contratos sin involucrar a nadie mas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Embellece la realidad en los reportes para quedar bien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informacion sensible fuera de los canales correctos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estandar diferente dependiendo de quien esta mirando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Dinamica: Somos Integros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"¿Lo haria si mis hijos me estuvieran mirando?"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silenciosa (3 min): piensa en una decision reciente donde la integridad estuvo en juego.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compartirla si no quieres. El valor esta en la reflexion personal.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quiera compartir: que te ayudo a tomar la decision correcta?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Compromiso: define una 'regla personal' de integridad que vas a aplicar desde hoy.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200400"/>
            <a:ext cx="1828800" cy="64008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Apostamos por el talento interno.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y alcanzamos grandes resultados juntos.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cimientos de la casa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"Sangre Tigo son los cimientos de la casa.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cimientos no estan bien, la casa se desploma."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casa es Tigo: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514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clientes, resultados, reputacion - todo lo que construimos y defendemos.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cimientos son las personas: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1363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 procesos. No la tecnologia. Las personas con la cultura correcta.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cimiento debil propaga fallas: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7581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sin cultura solida erosiona lo que otros construyen. La grieta crece.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3799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los cimientos es liderazgo: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437997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decision de desarrollo de talento es una inversion en la resistencia estructural de Tigo.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es tu cantera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equipo es como una cantera."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745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cantera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mina de diamantes en bruto. El talento ya esta ahi - tu trabajo es descubrirlo y brillarlo.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8745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 minero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10128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importa solo el talento visible. El mejor lider ve el potencial donde otros no ven nada.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8745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44768" y="25603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Posiciones criticas cubiertas con gente que conoce la cultura. Menor rotacion. Mayor compromiso.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equipo es como tus hijos."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padre hace lo imposible por el desarrollo pleno de su hijo.</a:t>
            </a:r>
            <a:endParaRPr lang="en-US" sz="1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padre/madre...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C7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lider de equipo...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das retos apropiados a su 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tareas que estiran a tu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permites equivocarse y aprender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Creas espacio seguro para el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dejas brillar frente a otros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Visibilizas logros de tu gente ante la organizacion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das retroalimentacion honesta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Feedbacks frecuentes, directos y constructivos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F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56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claves del desarrollo de talento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retos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responsabilidades que estiren las capacidades. Un equipo sin retos se estanca.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derecho a equivocarse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gestionado bien es la mejor escuela. Sin ese permiso, tu gente no crece.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el equipo brille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Visibiliza sus logros. Ponlos frente a la audiencia correcta. No seas el cuello de botella.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Brindar retroalimentacion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frecuente, honesto y constructivo. No el que se dice comodo - el que ayuda a crecer.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medimos el Talento Tigo?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0058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posiciones nuevas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cubiertas con talento interno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esta metrica?: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32004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contratamos siempre externamente, enviamos el mensaje de que el talento interno no es suficiente.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significa para ti?: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7947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una posicion se abre, preguntate: tengo a alguien aqui que pueda crecer para este rol?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43891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rotacion. Mayor compromiso. Conocimiento institucional que se queda.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Tigo: asi se ve / asi NO se 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8F8F0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Cuando lo vivimos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proyectos que estiran las capacidades de su equipo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falla, pregunta que aprendimos - no solo que paso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a su equipo en reuniones clave, no solo habla por ellos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feedback honesto, no el que el colaborador quiere escuchar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quien del equipo puede crecer antes de buscar afuera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Cuando no lo vivimos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solo las tareas que sabe que el equipo ya domina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un error, busca el culpable en vez del aprendizaje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atribuye los exitos del equipo en las presentaciones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las conversaciones dificiles de desempeno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 externamente sin primero mirar hacia adentro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Dinamica: Somos Talento Tigo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"¿Que oportunidad le dare hoy?"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miembro de tu equipo con potencial sin explorar. Escribe su nombre mentalmente.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Define: que UNA oportunidad - reto, visibilidad, o proyecto - podrias darle en las proximas 2 semanas?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 (5 min): comparte tu plan. Es concreto? Tiene fecha? Se lo has comunicado ya?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Compromiso: al salir de esta sesion, le envias un mensaje a esa persona. Hoy.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llevamos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33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Somos Enfocados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0332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 alto, captura el detalle, cambia el metodo.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37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Somos Agiles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83794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mas rapido que el cambio. Decide con 70%. Corrige rapido.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42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Somos Colaborativos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642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barco. Victorias y fracasos compartidos. Sin silos.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47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Somos Integros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44728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 igual cuando nadie mira. El fin nunca justifica los medios.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788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Somos Talento Tigo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equipo es tu cantera. Desarrolla, reta, deja brillar.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A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compromiso Sangre Tigo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Enfocados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1005840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0332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Agiles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709928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7373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68296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682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Colaborativos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414016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4414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7238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Integros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3118104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14553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3200400" cy="621792"/>
          </a:xfrm>
          <a:prstGeom prst="roundRect">
            <a:avLst>
              <a:gd name="adj" fmla="val 1176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76472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Talento Tigo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749040" y="3822192"/>
            <a:ext cx="5029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8DD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8496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voy a...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significa ser Embajador Sangre Tigo?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la cultura en accion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3327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titulo - es una responsabilidad. Tu equipo te observa y replica lo que 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465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amplificador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74650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Llevas estos mensajes a tu equipo, a tu area, a cada conversacion que tienes como lider.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973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jardinero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45973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Cultivas la cultura en cada decision, cada retroalimentacion, cada proyecto que lanzas.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72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guardian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17296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no esta alineado con los valores, lo dices. No como juez - como colega.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1304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0F7FC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862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 modelo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embajador no es hablar de los valores - es vivirlos. Eso es Sangre Tigo.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pasos concretos desde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E0EA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UNO de tus compromisos de hoy. El mas pequeno. El que puedes hacer antes del viernes.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00A0DC"/>
          </a:solidFill>
          <a:ln w="12700">
            <a:solidFill>
              <a:srgbClr val="00A0D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774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188720" y="2395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8072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Sangre Tigo a tu equipo. Comparte una historia de esta sesion y lo que te movio.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675888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trimestre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105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Mide. Tu equipo vive mas los valores que hace 3 meses? La cultura no se declara - se demuestra.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60120"/>
            <a:ext cx="3657600" cy="73152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¡Somos Sangre Tigo!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Enfocados - Agiles - Colaborativos - Integros - Talento Tigo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474720"/>
            <a:ext cx="3657600" cy="73152"/>
          </a:xfrm>
          <a:prstGeom prst="round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Latimos como uno solo.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sangre tigoô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Sangre Tigo - Sesión Principal</dc:title>
  <dc:subject>PptxGenJS Presentation</dc:subject>
  <dc:creator>Tigo Bolivia</dc:creator>
  <cp:lastModifiedBy>Tigo Bolivia</cp:lastModifiedBy>
  <cp:revision>1</cp:revision>
  <dcterms:created xsi:type="dcterms:W3CDTF">2026-06-22T14:02:37Z</dcterms:created>
  <dcterms:modified xsi:type="dcterms:W3CDTF">2026-06-22T14:02:37Z</dcterms:modified>
</cp:coreProperties>
</file>