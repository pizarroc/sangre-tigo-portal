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al módulo Somos Ágiles. Este valor no es sobre velocidad — es sobre aprendizaje. Aprender más rápido que el cambio que ocurre a nuestro alrededor.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definición es deliberadamente provocadora. No es velocidad — es aprendizaje. Esto cambia completamente cómo pensamos sobre la agilidad.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Trivium es la estructura intelectual medieval que entrena las tres habilidades del pensamiento. Aplicado a la agilidad: rápido entendimiento del contexto, decisión clara y comunicación alineadora.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3 comportamientos se pueden observar y medir. Ayuda a los participantes a identificar cuál es el que más les cuesta.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contraste hace visible lo que significa ser ágil en la práctica diaria. Pide ejemplos reales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equipo de instalaciones no tenía todos los datos. Pero tenían suficiente para probar. El ciclo corto de 2 semanas permitió aprender rápido y escalar lo que funcionó.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gerente no esperó perfección. Tomó una decisión informada y creó el mecanismo para aprender rápido. Esto es Somos Ágiles en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de Oro de Ágiles tienen que ver con la decisión, el experimento y el aprendizaje compartido. Pregunta: ¿Cuál de estas tres te es más difícil de aplicar?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antivalores de Ágiles son muy reconocibles. Pide a los participantes que identifiquen cuál de estos 4 ven más frecuentemente en su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contextualiza el origen del pensamiento ágil en el software y cómo se ha expandido a todas las industrias. Prepara el link antes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Dinámica de 10 minutos: 4 min individual, 4 min en parejas, 2 min de plenaria. El objetivo es salir con un compromiso de experimento específico para los próximos 7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tiempo para la reflexión. Esta pregunta es incómoda porque todos tenemos una respuesta — y sabemos que la respuesta existe. El silencio aquí es parte de la dinámica.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compromiso de Ágiles es un experimento — tiene acción y tiene hipótesis de aprendizaje. Esto lo hace diferente a otros compromisos.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solo para el facilitador. No mostrar en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Ágiles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926080" y="2331720"/>
            <a:ext cx="329184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más rápido que el cambio. Trivium mindset. Ciclos cortos.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Somos Ágiles?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agilidad no es hacerlo todo más rápido. Es aprender más rápido que el cambio que ocurre a nuestro alrededor."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370332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3703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la información disponible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72968" y="370332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64408" y="3703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ciclos cortos y aprender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62472" y="370332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53912" y="3703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"Probemos esto" ante cualquier reto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Trivium Mindset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del pensamiento ágil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rápido el contexto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pasando realmente?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C72C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opciones y decidir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mejor opción con lo que tenemos?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RETÓRICA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para ejecutar y alinear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alineamos y nos movemos?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Trivium fortalece nuestra agilidad: entender mejor, pensar con claridad, comunicar para ejecutar con excelencia.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comportamientos clave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 la información disponible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esperar perfección. Con el 70-80%, decide, actúa y ajusta.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versiones pequeñas y mejorar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rápida → mide → ajusta → repite. El ciclo corto es tu aliado.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"Probemos esto" antes que "no está listo"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antídoto a la parálisis por análisis. Empezar pequeño.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vs. así NO se 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E8F8F0"/>
          </a:solidFill>
          <a:ln w="1905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ASÍ SE 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un piloto de 2 semanas en lugar de esperar el plan perfecto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el aprendizaje aunque el resultado no fuera el esperado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'probemos en 2 tiendas y vemos qué pasa'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el proceso cada semana con base en datos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ASÍ NO SE 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3 meses de análisis para tomar la decisión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comparte cuando el experimento falló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'aún no estamos listos para lanzar'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Continúa el proceso aunque los datos digan que no funciona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 Operaciones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El equipo de instalaciones recibe quejas recurrentes sobre demoras en zonas específicas.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76272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7627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ÁGIL: Sin esperar el análisis completo, lanza un cambio piloto en la zona con más quejas. Lo mide en 2 semanas y ajusta.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46704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46704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queja en esa zona cae 60% en el primer mes. El modelo se replica a otras zonas.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necesitaban perfección. Necesitaban el primer paso.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 Área Comercial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La gerente comercial necesita aprobar una nueva oferta pero los datos del mercado no están completos.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76272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7627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ÁGIL: Aprueba una prueba piloto en 2 tiendas con el 80% de la información. En 3 semanas tiene datos reales para decidir.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46704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46704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Los datos reales de las 2 tiendas son más valiosos que 3 meses de análisis. La oferta se lanza con confianza.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80% de información y el 100% de agilidad, decidió.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 relacionadas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 el 70-80% de la información, decide. Esperar perfección paraliza. El mercado no espera."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"Prueba pequeño, aprende rápido, escala lo que funciona. El error temprano es el más barato."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"Comparte lo que aprendiste, aunque el resultado no fuera el esperado. El aprendizaje es el verdadero activo."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agilidad no se declara — se practica.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debemos evitar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Antivalores de Somos Ágiles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información perfecta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Postergar la decisión esperando certeza que nunca llega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Aferrarse a procesos obsoletos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haciendo lo mismo porque siempre lo hemos hecho así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compartir los aprendizajes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los errores y aprendizajes para uno mismo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Paralizarse ante el cambio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cambio como amenaza en vez de oportunidad de aprender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sugerido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286000"/>
          </a:xfrm>
          <a:prstGeom prst="roundRect">
            <a:avLst>
              <a:gd name="adj" fmla="val 4000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645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Metodología Ágil?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2194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YouTube: '¿Qué es metodología ágil?' (en español)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~5 minutos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al inicio de la sesión para contextualizar el valor.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Dinámica: Probemos esto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| Individual + Plenaria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UNA decisión o cambio que has estado postergando esperando más información o el momento perfecto.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puedo probar esta semana?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30175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aprenderé con ese experimento?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llevas tiempo postergando esperando información perfecta?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perfecta nunca llega. La agilidad empieza cuando decides actuar.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compromiso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DAEE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 lanzar...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[acción pequeña y concreta]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aprender...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[qué hipótesis valido con este experimento]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experimento pequeño esta semana vale más que el plan perfecto del mes que viene.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para el facilitador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SUGERIDA: 45-60 minutos incluyendo dinámica y reflexión.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47088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ENERGÍA: Iniciar con el video de metodología ágil. El módulo debe sentirse dinámico y práctico — no teórico.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88336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88336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 COMÚN: Los participantes confunden agilidad con velocidad. Corregir esto al inicio con la definición central.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9584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529584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Cada persona comparte su experimento de la semana con un compañero. Seguimiento en 7 días.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Agiles - Somos Ágiles</dc:title>
  <dc:subject>PptxGenJS Presentation</dc:subject>
  <dc:creator>PptxGenJS</dc:creator>
  <cp:lastModifiedBy>PptxGenJS</cp:lastModifiedBy>
  <cp:revision>1</cp:revision>
  <dcterms:created xsi:type="dcterms:W3CDTF">2026-06-22T14:16:29Z</dcterms:created>
  <dcterms:modified xsi:type="dcterms:W3CDTF">2026-06-22T14:16:29Z</dcterms:modified>
</cp:coreProperties>
</file>